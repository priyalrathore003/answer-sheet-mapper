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6400800" cy="640080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" name="Image 0" descr="/Users/priyal/Documents/Cursor/answer-sheet-mapper/deck-assets/icon-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833201"/>
            <a:ext cx="272125" cy="272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6858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 MAPPER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answer, found and mapped.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extraction  ·  </a:t>
            </a:r>
            <a:pPr indent="0" marL="0">
              <a:buNone/>
            </a:pPr>
            <a:r>
              <a:rPr lang="en-US" sz="15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answer extraction  ·  </a:t>
            </a:r>
            <a:pPr indent="0" marL="0">
              <a:buNone/>
            </a:pPr>
            <a:r>
              <a:rPr lang="en-US" sz="15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mapping  ·  </a:t>
            </a:r>
            <a:pPr indent="0" marL="0">
              <a:buNone/>
            </a:pPr>
            <a:r>
              <a:rPr lang="en-US" sz="15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exact-region highlighting  ·  </a:t>
            </a:r>
            <a:pPr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989320"/>
            <a:ext cx="10543032" cy="0"/>
          </a:xfrm>
          <a:prstGeom prst="line">
            <a:avLst/>
          </a:prstGeom>
          <a:noFill/>
          <a:ln w="12700">
            <a:solidFill>
              <a:srgbClr val="2A2D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Priyal Rathore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612648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answer-sheet-mapper.vercel.app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should upload a paper and instantly know three things.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319272" cy="3108960"/>
          </a:xfrm>
          <a:prstGeom prst="roundRect">
            <a:avLst>
              <a:gd name="adj" fmla="val 2353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83464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6" name="Image 0" descr="/Users/priyal/Documents/Cursor/answer-sheet-mapper/deck-assets/icon-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401" y="29820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356616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4206240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answered — and which weren't, shown as its own visible state, not silently missing.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8264" y="2514600"/>
            <a:ext cx="3319272" cy="3108960"/>
          </a:xfrm>
          <a:prstGeom prst="roundRect">
            <a:avLst>
              <a:gd name="adj" fmla="val 2353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18304" y="283464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1" name="Image 1" descr="/Users/priyal/Documents/Cursor/answer-sheet-mapper/deck-assets/icon-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05" y="29820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18304" y="356616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answer is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4206240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as the exact region of the handwritten page, not the whole sheet.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73568" y="2514600"/>
            <a:ext cx="3319272" cy="3108960"/>
          </a:xfrm>
          <a:prstGeom prst="roundRect">
            <a:avLst>
              <a:gd name="adj" fmla="val 2353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3608" y="283464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6" name="Image 2" descr="/Users/priyal/Documents/Cursor/answer-sheet-mapper/deck-assets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009" y="298204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93608" y="356616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graded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93608" y="4206240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score, a verdict, and one line of feedback per question — optional, and honest about what it 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six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48740" y="2331720"/>
            <a:ext cx="640080" cy="64008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5" name="Image 0" descr="/Users/priyal/Documents/Cursor/answer-sheet-mapper/deck-assets/icon-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161" y="24981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images → PNG pages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(mupdf.js, WASM)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2441448"/>
            <a:ext cx="170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119018" y="2331720"/>
            <a:ext cx="640080" cy="64008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0" name="Image 1" descr="/Users/priyal/Documents/Cursor/answer-sheet-mapper/deck-assets/icon-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439" y="24981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56078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questions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456078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order preserved,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sub-parts split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39158" y="2441448"/>
            <a:ext cx="170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889297" y="2331720"/>
            <a:ext cx="640080" cy="64008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5" name="Image 2" descr="/Users/priyal/Documents/Cursor/answer-sheet-mapper/deck-assets/icon-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718" y="24981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26357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answers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226357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bounding box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handwritten region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009437" y="2441448"/>
            <a:ext cx="170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659575" y="2331720"/>
            <a:ext cx="640080" cy="64008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20" name="Image 3" descr="/Users/priyal/Documents/Cursor/answer-sheet-mapper/deck-assets/icon-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24981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96635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by label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996635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label match,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position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779715" y="2441448"/>
            <a:ext cx="170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8429854" y="2331720"/>
            <a:ext cx="640080" cy="64008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25" name="Image 4" descr="/Users/priyal/Documents/Cursor/answer-sheet-mapper/deck-assets/icon-e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274" y="249814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66914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766914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score, verdict,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per question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9549994" y="2441448"/>
            <a:ext cx="170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10200132" y="233172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30" name="Image 5" descr="/Users/priyal/Documents/Cursor/answer-sheet-mapper/deck-assets/icon-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6553" y="249814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537192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9537192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question →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region lights up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22960" y="4663440"/>
            <a:ext cx="10543032" cy="0"/>
          </a:xfrm>
          <a:prstGeom prst="line">
            <a:avLst/>
          </a:prstGeom>
          <a:noFill/>
          <a:ln w="12700">
            <a:solidFill>
              <a:srgbClr val="2A2D35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48920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within each document extract concurrently, not one-at-a-time — required once a real multi-page upload started exceeding a serverless time limit.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in, everything else automatic</a:t>
            </a:r>
            <a:endParaRPr lang="en-US" sz="2600" dirty="0"/>
          </a:p>
        </p:txBody>
      </p:sp>
      <p:pic>
        <p:nvPicPr>
          <p:cNvPr id="4" name="Image 0" descr="/Users/priyal/Documents/Cursor/answer-sheet-mapper/deck-assets/01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949440" cy="308152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092440" y="2048256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2104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images — either works, for both files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92440" y="2916936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step-by-step progress while it runs, not a bare spinner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3785616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104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is opt-in, checked by default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question. See exactly where it was answered.</a:t>
            </a:r>
            <a:endParaRPr lang="en-US" sz="2400" dirty="0"/>
          </a:p>
        </p:txBody>
      </p:sp>
      <p:pic>
        <p:nvPicPr>
          <p:cNvPr id="4" name="Image 0" descr="/Users/priyal/Documents/Cursor/answer-sheet-mapper/deck-assets/04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16" y="1600200"/>
            <a:ext cx="7360920" cy="4892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Grading, summarized and per-question</a:t>
            </a:r>
            <a:endParaRPr lang="en-US" sz="2600" dirty="0"/>
          </a:p>
        </p:txBody>
      </p:sp>
      <p:pic>
        <p:nvPicPr>
          <p:cNvPr id="4" name="Image 0" descr="/Users/priyal/Documents/Cursor/answer-sheet-mapper/deck-assets/03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998464" cy="398678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092440" y="19659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883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221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marks awarded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2743200"/>
            <a:ext cx="201168" cy="20116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2660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999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marks, feedback on what's missing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35204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4381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76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marks, one line on why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3891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marks per question are inferred from its own complexity — a one-line recall question and a multi-part "explain/compare" don't get the same denominator.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EDGE CASES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falls out of one design decision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answers to questions by normalized label — not position — means none of these need special-case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54203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7" name="Image 0" descr="/Users/priyal/Documents/Cursor/answer-sheet-mapper/deck-assets/icon-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6609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order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318211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21, 23, 27, 29 — label lookup doesn't care about sequence.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4256" y="228600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254203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2" name="Image 1" descr="/Users/priyal/Documents/Cursor/answer-sheet-mapper/deck-assets/icon-hel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6090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02936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318211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matches at that label → shown as its own grey state, not omitted.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45552" y="228600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01584" y="254203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7" name="Image 2" descr="/Users/priyal/Documents/Cursor/answer-sheet-mapper/deck-assets/icon-s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266090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14232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question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101584" y="318211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separately as unmatched answers, never silently dropped.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29768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78992" y="455371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2" name="Image 3" descr="/Users/priyal/Documents/Cursor/answer-sheet-mapper/deck-assets/icon-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67258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45354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multiple pages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078992" y="519379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 across pages → flagged, both fragments listed with page numbers.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34256" y="429768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0288" y="455371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7" name="Image 4" descr="/Users/priyal/Documents/Cursor/answer-sheet-mapper/deck-assets/icon-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67258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02936" y="45354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across a table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590288" y="519379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 in two columns, one label — fixed with a geometric row-adjacency check.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845552" y="429768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17191E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01584" y="455371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32" name="Image 5" descr="/Users/priyal/Documents/Cursor/answer-sheet-mapper/deck-assets/icon-ed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4672584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714232" y="45354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Sub-parts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101584" y="519379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"11(a)" and "11(b)" become separate entries, each keeping the parent number.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VERIFICATION, NOT ASSUMPTION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bugs, caught before they shipped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5" name="Image 0" descr="/Users/priyal/Documents/Cursor/answer-sheet-mapper/deck-assets/icon-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boxes that looked wrong but weren't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35000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render made every box on a 20-row answer list look shifted up one row. Cropped the raw image at the claimed pixel coordinates before trusting that theory — the boxes were pixel-accurate. The label chip in my own visualization was the bug, not the extraction.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9" name="Image 1" descr="/Users/priyal/Documents/Cursor/answer-sheet-mapper/deck-assets/icon-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36054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3429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"11(a)" losing its parent number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8587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Sub-part questions extracted as bare "(a)" / "(b)" — a student writes "11(a)", never bare "(a)", so matching would have silently failed for every sub-parted question. Caught on a synthetic test built specifically to exercise that one requirement line.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3" name="Image 2" descr="/Users/priyal/Documents/Cursor/answer-sheet-mapper/deck-assets/icon-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511423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937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table answer split in two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53675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answered as a two-column table, number written once. The unlabeled half fell through as an orphan and graded as if the student never wrote it. Fixed with a geometric row-adjacency rule, not just a hopeful prompt tweak.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reliability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API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328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Router, one repo (monorepo by construction)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655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gemini-3.6-flash — structured JSON output, temperature 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056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rendering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982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mupdf.js (WASM) — no native dependency, survives Vercel's serverless runtime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383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309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streamed NDJSON progress over a plain Response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Disk-cached Gemini calls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5328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on model+prompt+schema+image hash — re-runs during dev cost zero quota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172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fallback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655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automatic retry on a secondary model — never the default, since A/B testing found it measurably less accurate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105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page extraction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3982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concurrent, not sequential — fixes a real timeout that hung the client with no error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50383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stall watchdog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330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 timeout on every stream read — a hang is now always a visible error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plainly, not discovered later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20624" cy="420624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5" name="Image 0" descr="/Users/priyal/Documents/Cursor/answer-sheet-mapper/deck-assets/icon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22124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20848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key is uploaded, so grading is the model's own subject-matter judgment — not a comparison to ground truth.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063240"/>
            <a:ext cx="420624" cy="420624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8" name="Image 1" descr="/Users/priyal/Documents/Cursor/answer-sheet-mapper/deck-assets/icon-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22" y="3172602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304495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one real scanned handwriting sample in depth, not a broad handwriting-style benchmark.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1" name="Image 2" descr="/Users/priyal/Documents/Cursor/answer-sheet-mapper/deck-assets/icon-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22" y="4132722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40050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matching handles notation variants ("11(a)" vs "Ans. 11a"), not free-form paraphrasing of a label in words.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4983480"/>
            <a:ext cx="420624" cy="420624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4" name="Image 3" descr="/Users/priyal/Documents/Cursor/answer-sheet-mapper/deck-assets/icon-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22" y="5092842"/>
            <a:ext cx="201900" cy="201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9651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Gemini quota and Vercel's request-body ceiling are real, external constraints — documented, with a fallback path for the first.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" name="Image 0" descr="/Users/priyal/Documents/Cursor/answer-sheet-mapper/deck-assets/icon-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153241"/>
            <a:ext cx="272125" cy="272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0058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 MAPPER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8" name="Image 1" descr="/Users/priyal/Documents/Cursor/answer-sheet-mapper/deck-assets/icon-exter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9136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3776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657600" y="37764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answer-sheet-mapper.vercel.app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4507992"/>
            <a:ext cx="457200" cy="45720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2" name="Image 2" descr="/Users/priyal/Documents/Cursor/answer-sheet-mapper/deck-assets/icon-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6268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489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657600" y="44897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github.com/priyalrathore003/answer-sheet-mapper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5221224"/>
            <a:ext cx="457200" cy="457200"/>
          </a:xfrm>
          <a:prstGeom prst="ellipse">
            <a:avLst/>
          </a:prstGeom>
          <a:solidFill>
            <a:srgbClr val="1E2129"/>
          </a:solidFill>
          <a:ln/>
        </p:spPr>
      </p:sp>
      <p:pic>
        <p:nvPicPr>
          <p:cNvPr id="16" name="Image 3" descr="/Users/priyal/Documents/Cursor/answer-sheet-mapper/deck-assets/icon-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34009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52029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3657600" y="52029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LLD.md — architecture, sequence, and the two core algorithms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2026-08-27T10:22:58Z</dcterms:created>
  <dcterms:modified xsi:type="dcterms:W3CDTF">2026-08-27T10:22:58Z</dcterms:modified>
</cp:coreProperties>
</file>